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FastLMS</a:t>
            </a:r>
            <a:br/>
            <a:r>
              <a:t>Platform Guide</a:t>
            </a:r>
          </a:p>
          <a:p>
            <a:pPr>
              <a:defRPr sz="1800">
                <a:solidFill>
                  <a:srgbClr val="F97316"/>
                </a:solidFill>
              </a:defRPr>
            </a:pPr>
            <a:r>
              <a:t>2026-08-19  •  https://lms.fastsme.com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Open-source learning management system built with . Python-first, no JavaScript framework — HTMX handles all interactivity. Features a 3-pane layout, AI tutor chat with SSE streaming, and Duolingo-style interactive elements (XP, streaks, badges, leaderboards, levels).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Help every learner make visible progress.</a:t>
            </a:r>
          </a:p>
        </p:txBody>
      </p:sp>
      <p:pic>
        <p:nvPicPr>
          <p:cNvPr id="3" name="Picture 2" descr="01-help-every-learner-make-visible-progress.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LEARNING MANAGEMENT Help every learner make visible progress. Deliver courses, lessons, quizzes, AI tutoring, school operations, and real-time engagement from one open platform. Sign In or Register Explore the open-source suite → Product tour · see the workspa</a:t>
            </a:r>
          </a:p>
          <a:p>
            <a:pPr>
              <a:defRPr sz="900">
                <a:solidFill>
                  <a:srgbClr val="F97316"/>
                </a:solidFill>
              </a:defRPr>
            </a:pPr>
            <a:r>
              <a:t>https://lms.fastsme.com/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FastLMS API.</a:t>
            </a:r>
          </a:p>
        </p:txBody>
      </p:sp>
      <p:pic>
        <p:nvPicPr>
          <p:cNvPr id="3" name="Picture 2" descr="02-build-with-the-fastlms-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FastLMS Developers Back to product DEVELOPER PLATFORM · API V1 Build with the FastLMS API. Read the live demo database through a typed, versioned API. Selected integration writes are implemented behind bearer-token authentication. Open Swagger UI Open ReDoc Do</a:t>
            </a:r>
          </a:p>
          <a:p>
            <a:pPr>
              <a:defRPr sz="900">
                <a:solidFill>
                  <a:srgbClr val="F97316"/>
                </a:solidFill>
              </a:defRPr>
            </a:pPr>
            <a:r>
              <a:t>https://lms.fastsme.com/developers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-1976092630%3A1787122782089365&amp;access_type=online&amp;client_id=887059023987-2a7spj1m82eivobdbt1itb3cqca6tpt1.apps.googleusercontent.com&amp;o2v=2&amp;prompt=select_account&amp;redirect_uri=https%3A%2F%2Flms.fastsme.com%2Fauth%2Fgoogle%2Fcallback&amp;response_type=code&amp;scope=openid+email+profile&amp;service=lso&amp;state=21uld0_OgbbgfYGM6qpX5PplPsfvnTzdIrJYWatk7pI&amp;flowName=GeneralOAuthLite&amp;continue=https%3A%2F%2Faccounts.google.com%2Fsignin%2Foauth%2Flegacy%2Fconsent%3Fauthuser%3Dunknown%26part%3DAJi8hANBPsCcm4V2GqlVQjSWvdfUe-_k9B0WBsUgmRnOZlyVrewVfrw9_d80ZZRvcYZLQAAphQjaN5o6FPhgleLBT_SPHGmBPeqL820Y3MZk59PIdqWYynX9dRdSpEevCQ1l81DyQ9jwGKj7HKyTbLZRL8yGMpvbuvEGswha7xp56WYCATi9K0vlnCCcf4eRNp_GF0sPBbVrng4FX1mAPatnLO9fDxqDekEjjI7vN0ervqVL6n3JKtJH_zc3pBxGLOextPIk-6YPrAsP_dwPUOO7j4B2irKIyESXth1x3bXvD2asmb-Sg0iwb1u_r-vZ3tcp54pIb7SNdqQhiUj_uisXbYIBL-XPYu8nFBvvK9-ZoRMZk93yVstjkbFwET3bF1Ms-VZoxy_b5PCdngwhH0dOvXZz_9QJ4Rz2SO5uDEd5oOrmAvZjCBC17s8sbPbEUSyA7gZilp1KICng1JgYRgUiorrswazSHg%26flowName%3DGeneralOAuthFlow%26as%3DS-1976092630%253A1787122782089365%26client_id%3D887059023987-2a7spj1m82eivobdbt1itb3cqca6tpt1.apps.googleusercontent.com%23&amp;app_domain=https%3A%2F%2Flms.fastsme.com&amp;rart=ANgoxceETOgZ9Tqeda1I5Cz_-GrzAugrQDkGnUtq9SWOvevXW7fiE3aVXUpbSgdXzfJWJUuq1nMLrJ3PoR2_Y3kCdWVG1_ORT5zq2yxQU_tlK8NesiTV9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